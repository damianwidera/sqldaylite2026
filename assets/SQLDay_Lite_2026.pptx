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1DEB84-56F6-4F03-AEFF-79E94BDBA67B}" v="20" dt="2026-08-04T17:44:02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72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046E8-D4CE-2F58-1510-F9C515512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55C5C-17E7-BAFE-2DE1-B2D645514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32DA2-9F3D-CBEC-4755-6E1918EF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9CE76-640E-5157-7B51-6A9305B8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BD15F-ED34-89FB-D132-ACE11214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83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4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69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9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84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44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32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55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71FD6-33E0-2040-45C9-164DEC5A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BDA95-0DDB-08BC-079E-0F75B082E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560B5-F692-EDD5-6D04-D9A5EE7C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17E0E-5288-F7B7-8530-D3F6A9DE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AA9C9-DC12-1035-8CEB-55828072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5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863A-C6E3-2A45-6E79-3EAD718C0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A9438-72B6-1420-F28B-4C31D93B2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39C1C-2569-9C57-865C-DE7D32711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30CCC-4C22-5A33-5E30-D47024D61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FC9A7-FF49-4545-B2D5-672A0F4E5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9CF51-49D9-00BB-B689-26C03AB6A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88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69D5F-480F-8497-ED83-BA0FB63DE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865057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475AD-A3DA-6F7F-DEE3-4A0D55FFD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50444-C4B7-BF77-E77E-32363E5DE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2C262-6AE0-AAE5-11C9-FDF32E4CE8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637F91-2EC2-E4F2-334F-4C0C1AAE2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DF604-7A2C-09FA-748F-0AA262B0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5CDB47-8ECC-918D-17AB-7EABD2920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E7ED50-068B-EB42-17A0-EF433286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53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2BD0-3E8F-915C-23F3-4FFF40C28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57ABD-964D-D1CB-61C2-086DBC52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639E-E6C4-F10B-274F-ECD5D6F9B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8FADB-9722-FDB8-B825-864C61B9F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47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6F395-F0CD-D071-58F0-98D92341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E10D7-DCE6-9773-E24E-4EBCF260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3F035-63A4-992E-886B-D827C2C8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50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D2912-2EB3-7935-32F8-6C235A03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E4228-55C4-BA66-9130-8E67E9D39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26836"/>
            <a:ext cx="6172200" cy="47342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ACB25-3607-0C37-09BE-F9B3381E7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49070-EE56-FD1E-9EE1-4782C9086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91F71-1703-5E8F-1C8A-AAA2026B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BC3BA-9DAF-76B5-0592-BF039C40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64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6C3EE-DD3D-CC0A-9622-34AF2925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F5ECF-C541-6FC8-65E5-0C48F86A9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17600"/>
            <a:ext cx="6172200" cy="4743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8BC86-F3CB-0712-0F2B-63F3D994B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008B2-EEFD-36BF-E8C7-B270B96B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7105F-11BE-92C7-4A21-3AA3CF93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93FA3-679C-7B34-E566-8D1680AA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09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6F395-F0CD-D071-58F0-98D92341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E10D7-DCE6-9773-E24E-4EBCF260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3F035-63A4-992E-886B-D827C2C8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179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6F395-F0CD-D071-58F0-98D92341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E10D7-DCE6-9773-E24E-4EBCF260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3F035-63A4-992E-886B-D827C2C8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4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20FCF-99F2-7A24-42F1-EBD4F3377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6475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20CC-F572-DE62-0AAB-CCC457410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A2F9E-3C55-8F8A-D67A-7C9AA57BE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18A68-7E6F-4792-81EA-3F8FCF2AD9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8732D-4FFE-1FB3-4CFA-9B128DD83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B36AF-2FAC-96CE-CCF7-B6189B2DE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2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swald" pitchFamily="2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swald" pitchFamily="2" charset="-18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swald" pitchFamily="2" charset="-18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swald" pitchFamily="2" charset="-18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swald" pitchFamily="2" charset="-18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swald" pitchFamily="2" charset="-18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3F91-B0F6-F32C-9685-D17905EA7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Session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95A24-37C0-A695-CCE7-96772F485F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Speaker name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48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E55460-8A90-5580-E513-0693E23AD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Agenda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3592B9-9D08-4CC5-79E0-4715D66CE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Section one</a:t>
            </a:r>
          </a:p>
          <a:p>
            <a:r>
              <a:rPr lang="en-US" noProof="0" dirty="0"/>
              <a:t>Section two</a:t>
            </a:r>
          </a:p>
          <a:p>
            <a:r>
              <a:rPr lang="en-US" noProof="0" dirty="0"/>
              <a:t>Section three</a:t>
            </a:r>
          </a:p>
        </p:txBody>
      </p:sp>
    </p:spTree>
    <p:extLst>
      <p:ext uri="{BB962C8B-B14F-4D97-AF65-F5344CB8AC3E}">
        <p14:creationId xmlns:p14="http://schemas.microsoft.com/office/powerpoint/2010/main" val="2446621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E55460-8A90-5580-E513-0693E23AD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Agenda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3592B9-9D08-4CC5-79E0-4715D66CE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Section one</a:t>
            </a:r>
          </a:p>
          <a:p>
            <a:r>
              <a:rPr lang="en-US" noProof="0" dirty="0"/>
              <a:t>Section two</a:t>
            </a:r>
          </a:p>
          <a:p>
            <a:r>
              <a:rPr lang="en-US" noProof="0" dirty="0"/>
              <a:t>Section three</a:t>
            </a:r>
          </a:p>
        </p:txBody>
      </p:sp>
    </p:spTree>
    <p:extLst>
      <p:ext uri="{BB962C8B-B14F-4D97-AF65-F5344CB8AC3E}">
        <p14:creationId xmlns:p14="http://schemas.microsoft.com/office/powerpoint/2010/main" val="21339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E55460-8A90-5580-E513-0693E23AD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Agenda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3592B9-9D08-4CC5-79E0-4715D66CE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Section one</a:t>
            </a:r>
          </a:p>
          <a:p>
            <a:r>
              <a:rPr lang="en-US" noProof="0" dirty="0"/>
              <a:t>Section two</a:t>
            </a:r>
          </a:p>
          <a:p>
            <a:r>
              <a:rPr lang="en-US" noProof="0" dirty="0"/>
              <a:t>Section three</a:t>
            </a:r>
          </a:p>
        </p:txBody>
      </p:sp>
    </p:spTree>
    <p:extLst>
      <p:ext uri="{BB962C8B-B14F-4D97-AF65-F5344CB8AC3E}">
        <p14:creationId xmlns:p14="http://schemas.microsoft.com/office/powerpoint/2010/main" val="3369914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E55460-8A90-5580-E513-0693E23AD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Agenda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3592B9-9D08-4CC5-79E0-4715D66CE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Section one</a:t>
            </a:r>
          </a:p>
          <a:p>
            <a:r>
              <a:rPr lang="en-US" noProof="0" dirty="0"/>
              <a:t>Section two</a:t>
            </a:r>
          </a:p>
          <a:p>
            <a:r>
              <a:rPr lang="en-US" noProof="0" dirty="0"/>
              <a:t>Section three</a:t>
            </a:r>
          </a:p>
        </p:txBody>
      </p:sp>
    </p:spTree>
    <p:extLst>
      <p:ext uri="{BB962C8B-B14F-4D97-AF65-F5344CB8AC3E}">
        <p14:creationId xmlns:p14="http://schemas.microsoft.com/office/powerpoint/2010/main" val="3043160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E55460-8A90-5580-E513-0693E23AD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Agenda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3592B9-9D08-4CC5-79E0-4715D66CE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Section one</a:t>
            </a:r>
          </a:p>
          <a:p>
            <a:r>
              <a:rPr lang="en-US" noProof="0" dirty="0"/>
              <a:t>Section two</a:t>
            </a:r>
          </a:p>
          <a:p>
            <a:r>
              <a:rPr lang="en-US" noProof="0" dirty="0"/>
              <a:t>Section three</a:t>
            </a:r>
          </a:p>
        </p:txBody>
      </p:sp>
    </p:spTree>
    <p:extLst>
      <p:ext uri="{BB962C8B-B14F-4D97-AF65-F5344CB8AC3E}">
        <p14:creationId xmlns:p14="http://schemas.microsoft.com/office/powerpoint/2010/main" val="3103465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E55460-8A90-5580-E513-0693E23AD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Section</a:t>
            </a:r>
            <a:r>
              <a:rPr lang="pl-PL" dirty="0"/>
              <a:t> one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3592B9-9D08-4CC5-79E0-4715D66CE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49952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404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42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41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Session title</vt:lpstr>
      <vt:lpstr>Agenda</vt:lpstr>
      <vt:lpstr>Agenda</vt:lpstr>
      <vt:lpstr>Agenda</vt:lpstr>
      <vt:lpstr>Agenda</vt:lpstr>
      <vt:lpstr>Agenda</vt:lpstr>
      <vt:lpstr>Section one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Michał Sadowski</dc:creator>
  <cp:lastModifiedBy>Michał Sadowski</cp:lastModifiedBy>
  <cp:revision>3</cp:revision>
  <dcterms:created xsi:type="dcterms:W3CDTF">2024-04-18T18:49:17Z</dcterms:created>
  <dcterms:modified xsi:type="dcterms:W3CDTF">2026-08-12T19:48:19Z</dcterms:modified>
</cp:coreProperties>
</file>